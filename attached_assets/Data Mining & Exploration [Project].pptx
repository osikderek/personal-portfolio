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9bbd1fb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9bbd1fb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9bbd1fb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9bbd1fb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77e20278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77e2027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77e20278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77e20278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77e2027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77e2027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77e20278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77e20278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77e20278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77e20278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77e20278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77e20278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Data Mining &amp; Exploration</a:t>
            </a:r>
            <a:endParaRPr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Derek Osik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80"/>
              <a:t>Algorithm</a:t>
            </a:r>
            <a:endParaRPr sz="4680"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603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82" u="sng">
                <a:solidFill>
                  <a:srgbClr val="FFFFFF"/>
                </a:solidFill>
              </a:rPr>
              <a:t>AdaBound:</a:t>
            </a:r>
            <a:endParaRPr sz="7582" u="sng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923">
                <a:solidFill>
                  <a:srgbClr val="FFFFFF"/>
                </a:solidFill>
              </a:rPr>
              <a:t>-Adam variant</a:t>
            </a:r>
            <a:endParaRPr sz="6923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923">
                <a:solidFill>
                  <a:srgbClr val="FFFFFF"/>
                </a:solidFill>
              </a:rPr>
              <a:t>	</a:t>
            </a:r>
            <a:r>
              <a:rPr lang="en" sz="6800">
                <a:solidFill>
                  <a:srgbClr val="FFFFFF"/>
                </a:solidFill>
              </a:rPr>
              <a:t>- Employs dynamic bounds on learning rates</a:t>
            </a:r>
            <a:endParaRPr sz="6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800">
                <a:solidFill>
                  <a:srgbClr val="FFFFFF"/>
                </a:solidFill>
              </a:rPr>
              <a:t>	- </a:t>
            </a:r>
            <a:r>
              <a:rPr lang="en" sz="6800">
                <a:solidFill>
                  <a:srgbClr val="FFFFFF"/>
                </a:solidFill>
              </a:rPr>
              <a:t>Gradual and smooth transition to SGD (stochastic gradient descent)</a:t>
            </a:r>
            <a:endParaRPr sz="6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800">
                <a:solidFill>
                  <a:srgbClr val="FFFFFF"/>
                </a:solidFill>
              </a:rPr>
              <a:t>- </a:t>
            </a:r>
            <a:r>
              <a:rPr lang="en" sz="6800">
                <a:solidFill>
                  <a:srgbClr val="FFFFFF"/>
                </a:solidFill>
              </a:rPr>
              <a:t>“As fast as Adam and as good as SGD”</a:t>
            </a:r>
            <a:endParaRPr sz="6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80"/>
              <a:t>Field</a:t>
            </a:r>
            <a:endParaRPr sz="408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279525" y="1108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Finance	</a:t>
            </a:r>
            <a:endParaRPr sz="2300"/>
          </a:p>
          <a:p>
            <a:pPr indent="-3492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Predict the movement of TSLA stock	</a:t>
            </a:r>
            <a:endParaRPr sz="1900"/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Follow-up on last semester’s project future works</a:t>
            </a:r>
            <a:endParaRPr sz="2300"/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Adjusted optimization algorithm</a:t>
            </a:r>
            <a:endParaRPr sz="2300"/>
          </a:p>
          <a:p>
            <a:pPr indent="-3492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To optimize result (recent studies show “Adam” generalizes poorly sometimes)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79500" y="30190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/>
              <a:t>Input Features</a:t>
            </a:r>
            <a:endParaRPr sz="388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05635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en" sz="1729"/>
              <a:t>High - Low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en" sz="1729"/>
              <a:t>Close - Open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en" sz="1729"/>
              <a:t>3-Day MA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en" sz="1729"/>
              <a:t>10-Day MA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en" sz="1729"/>
              <a:t>30-Day MA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en" sz="1729"/>
              <a:t>5-Day STD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en" sz="1729"/>
              <a:t>Relative Strength Index (RSI)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en" sz="1729"/>
              <a:t>Williams% Regression</a:t>
            </a:r>
            <a:endParaRPr sz="172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/>
              <a:t>Predict Movement of Stock Price</a:t>
            </a:r>
            <a:endParaRPr sz="3380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ANN Predicts Movement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returns “True” if stock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returns “False” if stock  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3758900" y="1973150"/>
            <a:ext cx="244500" cy="334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 rot="10800000">
            <a:off x="3782300" y="2621275"/>
            <a:ext cx="221100" cy="369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28260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80"/>
              <a:t>Strategy Based on Prediction</a:t>
            </a:r>
            <a:endParaRPr sz="3680"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If “True”, Long Position Strategy (Buy Stock)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If “False”, Short Position Strategy (Short Stock)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Strategy Returns Mapped Against Market Returns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of Predictive Model (Adam’s Optimizer)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113" y="1479375"/>
            <a:ext cx="57435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80"/>
              <a:t>Accuracy of Predictive Model (AdaBound Optimizer)</a:t>
            </a:r>
            <a:endParaRPr sz="26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80"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 Determined…...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Future Works</a:t>
            </a:r>
            <a:endParaRPr sz="3480"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If “AdaBound” algorithm produces more accurate results;</a:t>
            </a:r>
            <a:endParaRPr sz="2300"/>
          </a:p>
          <a:p>
            <a:pPr indent="-3492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Replicate for an entire portfolio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